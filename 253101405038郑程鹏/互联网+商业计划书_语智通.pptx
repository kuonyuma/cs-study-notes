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基于大模型的语音输入系统</a:t>
            </a:r>
          </a:p>
          <a:p>
            <a:r>
              <a:t>——"语智通"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团队：nonoka</a:t>
            </a:r>
          </a:p>
          <a:p>
            <a:r>
              <a:t>负责人：郑程鹏</a:t>
            </a:r>
          </a:p>
          <a:p>
            <a:r>
              <a:t>指导老师：陈老师</a:t>
            </a:r>
          </a:p>
          <a:p>
            <a:r>
              <a:t>乐山师范学院 电子信息与人工智能学院</a:t>
            </a:r>
          </a:p>
          <a:p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项目背景与痛点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现有语音输入工具普遍存在以下痛点：</a:t>
            </a:r>
          </a:p>
          <a:p>
            <a:pPr lvl="1"/>
            <a:r>
              <a:t>1. 识别准确率受环境影响大：嘈杂环境下准确率明显下降，需大量人工纠错。</a:t>
            </a:r>
          </a:p>
          <a:p>
            <a:pPr lvl="1"/>
            <a:r>
              <a:t>2. 缺乏语义理解，格式混乱：大多只做简单转写，无法根据语境合理推断标点、划分段落。</a:t>
            </a:r>
          </a:p>
          <a:p>
            <a:pPr lvl="1"/>
            <a:r>
              <a:t>3. 无法满足专业办公需求：会议纪要、邮件撰写等需要智能润色和格式化输出。</a:t>
            </a:r>
          </a:p>
          <a:p>
            <a:pPr lvl="1"/>
            <a:r>
              <a:t>4. 特殊群体服务不足：对老年人、视障和手部残障人士的无障碍设计欠缺。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"语智通"产品介绍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四大核心功能模块，全链路AI处理：</a:t>
            </a:r>
          </a:p>
          <a:p>
            <a:pPr lvl="1"/>
            <a:r>
              <a:t>1. 高精度语音识别：基于先进开源模型，优化声学模型，抗噪能力强。</a:t>
            </a:r>
          </a:p>
          <a:p>
            <a:pPr lvl="1"/>
            <a:r>
              <a:t>2. 大模型智能润色：语义纠错、口语化消除、文风适配、专业术语校正。</a:t>
            </a:r>
          </a:p>
          <a:p>
            <a:pPr lvl="1"/>
            <a:r>
              <a:t>3. 多场景格式化输出：预设会议纪要、工作邮件、学术报告等多种输出模板。</a:t>
            </a:r>
          </a:p>
          <a:p>
            <a:pPr lvl="1"/>
            <a:r>
              <a:t>4. 无障碍服务模块：大字体高对比适老化设计，语音反馈确认，降低使用门槛。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市场分析与目标用户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面向刚需蓝海市场，兼具社会价值：</a:t>
            </a:r>
          </a:p>
          <a:p>
            <a:pPr lvl="1"/>
            <a:r>
              <a:t>核心用户：办公白领与知识工作者（约1.5亿人）</a:t>
            </a:r>
          </a:p>
          <a:p>
            <a:pPr lvl="1"/>
            <a:r>
              <a:t>重点用户（社会服务）：老年人与残障人士等有文字输入困难群体（超3亿人）</a:t>
            </a:r>
          </a:p>
          <a:p>
            <a:pPr lvl="1"/>
            <a:r>
              <a:t>潜在/延伸用户：在校师生、中小企业客户</a:t>
            </a:r>
          </a:p>
          <a:p>
            <a:pPr lvl="1"/>
            <a:r>
              <a:t>市场规模：2025年智能语音与办公SaaS市场规模达数千亿，年均增长超20%。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竞争优势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差异化竞争，建立独特壁垒：</a:t>
            </a:r>
          </a:p>
          <a:p>
            <a:pPr lvl="1"/>
            <a:r>
              <a:t>1. 全链路AI处理：一站式解决"转写-润色-排版"，超越简单的"语音到文字"。</a:t>
            </a:r>
          </a:p>
          <a:p>
            <a:pPr lvl="1"/>
            <a:r>
              <a:t>2. 大模型深度融合：具备真正的"语义理解"能力，听懂意思而非单纯转录。</a:t>
            </a:r>
          </a:p>
          <a:p>
            <a:pPr lvl="1"/>
            <a:r>
              <a:t>3. 互联网+社会服务定位：聚焦无障碍功能设计，差异化赛道赢得政策支持。</a:t>
            </a:r>
          </a:p>
          <a:p>
            <a:pPr lvl="1"/>
            <a:r>
              <a:t>4. 高性价比：轻量化开源模型架构，对个人及中小企业定价友好。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商业模式与发展规划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基于SaaS模式的商业变现路径：</a:t>
            </a:r>
          </a:p>
          <a:p>
            <a:pPr lvl="1"/>
            <a:r>
              <a:t>商业模式</a:t>
            </a:r>
          </a:p>
          <a:p>
            <a:pPr lvl="2"/>
            <a:r>
              <a:t>基础版（免费体验）、高级版（个人订阅）、企业版（定制服务）</a:t>
            </a:r>
          </a:p>
          <a:p>
            <a:pPr lvl="1"/>
            <a:r>
              <a:t>阶段目标</a:t>
            </a:r>
          </a:p>
          <a:p>
            <a:pPr lvl="2"/>
            <a:r>
              <a:t>原型期：打磨MVP，校内测试与无障碍公益推广</a:t>
            </a:r>
          </a:p>
          <a:p>
            <a:pPr lvl="2"/>
            <a:r>
              <a:t>打磨期：推出Beta版本，启动种子用户积累</a:t>
            </a:r>
          </a:p>
          <a:p>
            <a:pPr lvl="2"/>
            <a:r>
              <a:t>拓展与规模期：正式商业化，拓展政企渠道，寻求融资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财务与风险管理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轻资产运营，风险可控：</a:t>
            </a:r>
          </a:p>
          <a:p>
            <a:pPr lvl="1"/>
            <a:r>
              <a:t>财务分析</a:t>
            </a:r>
          </a:p>
          <a:p>
            <a:pPr lvl="2"/>
            <a:r>
              <a:t>初期资金需求低（约8万），主要为云端资源及API成本</a:t>
            </a:r>
          </a:p>
          <a:p>
            <a:pPr lvl="2"/>
            <a:r>
              <a:t>预期第二年逐步实现盈利，SaaS模式具高毛利优势</a:t>
            </a:r>
          </a:p>
          <a:p>
            <a:pPr lvl="1"/>
            <a:r>
              <a:t>核心风险与对策</a:t>
            </a:r>
          </a:p>
          <a:p>
            <a:pPr lvl="2"/>
            <a:r>
              <a:t>技术风险：采用模块化架构，灵活切换最优模型以控本增效</a:t>
            </a:r>
          </a:p>
          <a:p>
            <a:pPr lvl="2"/>
            <a:r>
              <a:t>合规隐私：端到端加密、本地处理模式，保障数据与隐私安全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团队介绍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年轻且充满活力的创新团队：</a:t>
            </a:r>
          </a:p>
          <a:p>
            <a:pPr lvl="1"/>
            <a:r>
              <a:t>负责人：郑程鹏</a:t>
            </a:r>
          </a:p>
          <a:p>
            <a:pPr lvl="2"/>
            <a:r>
              <a:t>乐山师范学院在读本科生，负责全栈开发、产品统筹与架构设计</a:t>
            </a:r>
          </a:p>
          <a:p>
            <a:pPr lvl="1"/>
            <a:r>
              <a:t>指导教师：陈老师</a:t>
            </a:r>
          </a:p>
          <a:p>
            <a:pPr lvl="2"/>
            <a:r>
              <a:t>提供学术与技术指导，对接学院资源</a:t>
            </a:r>
          </a:p>
          <a:p>
            <a:pPr lvl="1"/>
            <a:r>
              <a:t>团队发展</a:t>
            </a:r>
          </a:p>
          <a:p>
            <a:pPr lvl="2"/>
            <a:r>
              <a:t>依托学院资源，持续引进前后端开发、UI交互、市场运营人才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汇报完毕，感谢聆听！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基于大模型的语音输入系统——"语智通"</a:t>
            </a:r>
          </a:p>
          <a:p>
            <a:r>
              <a:t>让科技更有温度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